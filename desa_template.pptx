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0680700" cy="7556500"/>
  <p:notesSz cx="6858000" cy="9144000"/>
  <p:embeddedFontLst>
    <p:embeddedFont>
      <p:font typeface="Anton" pitchFamily="2" charset="77"/>
      <p:regular r:id="rId14"/>
    </p:embeddedFont>
    <p:embeddedFont>
      <p:font typeface="Arial MT Pro" panose="020B0703030403020204" pitchFamily="34" charset="77"/>
      <p:regular r:id="rId15"/>
      <p:bold r:id="rId16"/>
      <p:italic r:id="rId17"/>
    </p:embeddedFont>
    <p:embeddedFont>
      <p:font typeface="Arial MT Pro Bold" panose="020B0703030403020204" pitchFamily="34" charset="77"/>
      <p:regular r:id="rId18"/>
      <p:bold r:id="rId19"/>
      <p:italic r:id="rId20"/>
      <p:boldItalic r:id="rId21"/>
    </p:embeddedFont>
    <p:embeddedFont>
      <p:font typeface="Blaka" pitchFamily="2" charset="-78"/>
      <p:regular r:id="rId22"/>
    </p:embeddedFont>
    <p:embeddedFont>
      <p:font typeface="Canva Sans Bold" panose="020B0803030501040103" pitchFamily="34" charset="0"/>
      <p:regular r:id="rId23"/>
      <p:bold r:id="rId24"/>
    </p:embeddedFont>
    <p:embeddedFont>
      <p:font typeface="Obra Letra" pitchFamily="2" charset="0"/>
      <p:regular r:id="rId25"/>
    </p:embeddedFont>
    <p:embeddedFont>
      <p:font typeface="Poppins" pitchFamily="2" charset="77"/>
      <p:regular r:id="rId26"/>
      <p:bold r:id="rId27"/>
      <p:italic r:id="rId28"/>
      <p:boldItalic r:id="rId29"/>
    </p:embeddedFont>
    <p:embeddedFont>
      <p:font typeface="Poppins Bold" pitchFamily="2" charset="77"/>
      <p:regular r:id="rId30"/>
      <p:bold r:id="rId31"/>
    </p:embeddedFont>
    <p:embeddedFont>
      <p:font typeface="Poppins Italics" pitchFamily="2" charset="77"/>
      <p:regular r:id="rId32"/>
      <p: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 autoAdjust="0"/>
    <p:restoredTop sz="94599" autoAdjust="0"/>
  </p:normalViewPr>
  <p:slideViewPr>
    <p:cSldViewPr>
      <p:cViewPr>
        <p:scale>
          <a:sx n="48" d="100"/>
          <a:sy n="48" d="100"/>
        </p:scale>
        <p:origin x="392" y="13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21" Type="http://schemas.openxmlformats.org/officeDocument/2006/relationships/font" Target="fonts/font8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font" Target="fonts/font20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font" Target="fonts/font19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55910" y="3973732"/>
            <a:ext cx="5625794" cy="226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5"/>
              </a:lnSpc>
              <a:spcBef>
                <a:spcPct val="0"/>
              </a:spcBef>
            </a:pPr>
            <a:r>
              <a:rPr lang="en-US" sz="1332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{{title}}</a:t>
            </a:r>
          </a:p>
        </p:txBody>
      </p:sp>
      <p:sp>
        <p:nvSpPr>
          <p:cNvPr id="3" name="Freeform 3"/>
          <p:cNvSpPr/>
          <p:nvPr/>
        </p:nvSpPr>
        <p:spPr>
          <a:xfrm>
            <a:off x="4914916" y="296159"/>
            <a:ext cx="910472" cy="910472"/>
          </a:xfrm>
          <a:custGeom>
            <a:avLst/>
            <a:gdLst/>
            <a:ahLst/>
            <a:cxnLst/>
            <a:rect l="l" t="t" r="r" b="b"/>
            <a:pathLst>
              <a:path w="910472" h="910472">
                <a:moveTo>
                  <a:pt x="0" y="0"/>
                </a:moveTo>
                <a:lnTo>
                  <a:pt x="910473" y="0"/>
                </a:lnTo>
                <a:lnTo>
                  <a:pt x="910473" y="910472"/>
                </a:lnTo>
                <a:lnTo>
                  <a:pt x="0" y="9104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4" name="Freeform 4"/>
          <p:cNvSpPr/>
          <p:nvPr/>
        </p:nvSpPr>
        <p:spPr>
          <a:xfrm>
            <a:off x="8581704" y="5320903"/>
            <a:ext cx="1574295" cy="1609279"/>
          </a:xfrm>
          <a:custGeom>
            <a:avLst/>
            <a:gdLst/>
            <a:ahLst/>
            <a:cxnLst/>
            <a:rect l="l" t="t" r="r" b="b"/>
            <a:pathLst>
              <a:path w="1574295" h="1609279">
                <a:moveTo>
                  <a:pt x="0" y="0"/>
                </a:moveTo>
                <a:lnTo>
                  <a:pt x="1574295" y="0"/>
                </a:lnTo>
                <a:lnTo>
                  <a:pt x="1574295" y="1609279"/>
                </a:lnTo>
                <a:lnTo>
                  <a:pt x="0" y="16092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9049219" y="3918806"/>
            <a:ext cx="795971" cy="908375"/>
          </a:xfrm>
          <a:custGeom>
            <a:avLst/>
            <a:gdLst/>
            <a:ahLst/>
            <a:cxnLst/>
            <a:rect l="l" t="t" r="r" b="b"/>
            <a:pathLst>
              <a:path w="795971" h="908375">
                <a:moveTo>
                  <a:pt x="0" y="0"/>
                </a:moveTo>
                <a:lnTo>
                  <a:pt x="795971" y="0"/>
                </a:lnTo>
                <a:lnTo>
                  <a:pt x="795971" y="908375"/>
                </a:lnTo>
                <a:lnTo>
                  <a:pt x="0" y="908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994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2001951" y="6315539"/>
            <a:ext cx="6446138" cy="490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2"/>
              </a:lnSpc>
            </a:pPr>
            <a:r>
              <a:rPr lang="en-US" sz="13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SCHOOL GOVERNANCE AND OPERATIONS DIVISION (SGOD) </a:t>
            </a:r>
          </a:p>
          <a:p>
            <a:pPr algn="ctr">
              <a:lnSpc>
                <a:spcPts val="1922"/>
              </a:lnSpc>
            </a:pPr>
            <a:r>
              <a:rPr lang="en-US" sz="1372" i="1">
                <a:solidFill>
                  <a:srgbClr val="00000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School Management, Monitoring and Evaluation (SMME) Section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134025" y="2458711"/>
            <a:ext cx="4630954" cy="10006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73"/>
              </a:lnSpc>
            </a:pPr>
            <a:r>
              <a:rPr lang="en-US" sz="5909" dirty="0">
                <a:solidFill>
                  <a:srgbClr val="000000"/>
                </a:solidFill>
                <a:latin typeface="Obra Letra"/>
                <a:ea typeface="Obra Letra"/>
                <a:cs typeface="Obra Letra"/>
                <a:sym typeface="Obra Letra"/>
              </a:rPr>
              <a:t>QAME RESULT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28703" y="1295193"/>
            <a:ext cx="4423293" cy="7673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38"/>
              </a:lnSpc>
            </a:pPr>
            <a:r>
              <a:rPr lang="en-US" sz="1264" dirty="0">
                <a:solidFill>
                  <a:srgbClr val="000000"/>
                </a:solidFill>
                <a:latin typeface="Obra Letra"/>
                <a:ea typeface="Obra Letra"/>
                <a:cs typeface="Obra Letra"/>
                <a:sym typeface="Obra Letra"/>
              </a:rPr>
              <a:t>Republic of the Philippines</a:t>
            </a:r>
          </a:p>
          <a:p>
            <a:pPr algn="ctr">
              <a:lnSpc>
                <a:spcPts val="2159"/>
              </a:lnSpc>
            </a:pPr>
            <a:r>
              <a:rPr lang="en-US" sz="2398" dirty="0">
                <a:solidFill>
                  <a:srgbClr val="000000"/>
                </a:solidFill>
                <a:latin typeface="Blaka"/>
                <a:ea typeface="Blaka"/>
                <a:cs typeface="Blaka"/>
                <a:sym typeface="Blaka"/>
              </a:rPr>
              <a:t>Department of Education</a:t>
            </a:r>
          </a:p>
          <a:p>
            <a:pPr algn="ctr">
              <a:lnSpc>
                <a:spcPts val="1299"/>
              </a:lnSpc>
            </a:pPr>
            <a:r>
              <a:rPr lang="en-US" sz="1443" dirty="0">
                <a:solidFill>
                  <a:srgbClr val="000000"/>
                </a:solidFill>
                <a:latin typeface="Obra Letra"/>
                <a:ea typeface="Obra Letra"/>
                <a:cs typeface="Obra Letra"/>
                <a:sym typeface="Obra Letra"/>
              </a:rPr>
              <a:t>Region V</a:t>
            </a:r>
          </a:p>
          <a:p>
            <a:pPr algn="ctr">
              <a:lnSpc>
                <a:spcPts val="1299"/>
              </a:lnSpc>
            </a:pPr>
            <a:r>
              <a:rPr lang="en-US" sz="1443" dirty="0">
                <a:solidFill>
                  <a:srgbClr val="000000"/>
                </a:solidFill>
                <a:latin typeface="Obra Letra"/>
                <a:ea typeface="Obra Letra"/>
                <a:cs typeface="Obra Letra"/>
                <a:sym typeface="Obra Letra"/>
              </a:rPr>
              <a:t>Schools Division of Masbate City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09" y="3951766"/>
            <a:ext cx="1624423" cy="252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sz="1372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Title of Training:</a:t>
            </a:r>
          </a:p>
        </p:txBody>
      </p:sp>
      <p:sp>
        <p:nvSpPr>
          <p:cNvPr id="10" name="Freeform 10"/>
          <p:cNvSpPr/>
          <p:nvPr/>
        </p:nvSpPr>
        <p:spPr>
          <a:xfrm>
            <a:off x="9049219" y="2918507"/>
            <a:ext cx="883908" cy="862537"/>
          </a:xfrm>
          <a:custGeom>
            <a:avLst/>
            <a:gdLst/>
            <a:ahLst/>
            <a:cxnLst/>
            <a:rect l="l" t="t" r="r" b="b"/>
            <a:pathLst>
              <a:path w="883908" h="862537">
                <a:moveTo>
                  <a:pt x="0" y="0"/>
                </a:moveTo>
                <a:lnTo>
                  <a:pt x="883908" y="0"/>
                </a:lnTo>
                <a:lnTo>
                  <a:pt x="883908" y="862537"/>
                </a:lnTo>
                <a:lnTo>
                  <a:pt x="0" y="8625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185" r="-92531" b="-118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756209" y="4937552"/>
            <a:ext cx="1624423" cy="252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sz="1372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Date Conducted: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6209" y="5332788"/>
            <a:ext cx="812211" cy="252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sz="1372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Venue: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55910" y="4942742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{{date}}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55910" y="5351838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{{venue}}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209" y="5725052"/>
            <a:ext cx="1624423" cy="252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2"/>
              </a:lnSpc>
            </a:pPr>
            <a:r>
              <a:rPr lang="en-US" sz="1372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Program Owner: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55910" y="5744102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{{program_owner}}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11248" y="480265"/>
            <a:ext cx="5875645" cy="6006215"/>
          </a:xfrm>
          <a:custGeom>
            <a:avLst/>
            <a:gdLst/>
            <a:ahLst/>
            <a:cxnLst/>
            <a:rect l="l" t="t" r="r" b="b"/>
            <a:pathLst>
              <a:path w="5875645" h="6006215">
                <a:moveTo>
                  <a:pt x="0" y="0"/>
                </a:moveTo>
                <a:lnTo>
                  <a:pt x="5875644" y="0"/>
                </a:lnTo>
                <a:lnTo>
                  <a:pt x="5875644" y="6006215"/>
                </a:lnTo>
                <a:lnTo>
                  <a:pt x="0" y="60062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24206"/>
              </p:ext>
            </p:extLst>
          </p:nvPr>
        </p:nvGraphicFramePr>
        <p:xfrm>
          <a:off x="687326" y="1652919"/>
          <a:ext cx="9306047" cy="4393328"/>
        </p:xfrm>
        <a:graphic>
          <a:graphicData uri="http://schemas.openxmlformats.org/drawingml/2006/table">
            <a:tbl>
              <a:tblPr/>
              <a:tblGrid>
                <a:gridCol w="514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9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ts val="1707"/>
                        </a:lnSpc>
                        <a:defRPr/>
                      </a:pPr>
                      <a:r>
                        <a:rPr lang="en-US" sz="1962" b="1" spc="359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517" marR="101517" marT="101517" marB="101517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7"/>
                        </a:lnSpc>
                        <a:defRPr/>
                      </a:pPr>
                      <a:r>
                        <a:rPr lang="en-US" sz="196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517" marR="101517" marT="101517" marB="101517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training_venue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FOOD/MEALS/SNACKS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ADMINISTRATIVE ARRANGEMENTS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administrative_arrangements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29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400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overall_daily_average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214952" y="7066364"/>
            <a:ext cx="2674585" cy="368322"/>
          </a:xfrm>
          <a:custGeom>
            <a:avLst/>
            <a:gdLst/>
            <a:ahLst/>
            <a:cxnLst/>
            <a:rect l="l" t="t" r="r" b="b"/>
            <a:pathLst>
              <a:path w="2674585" h="368322">
                <a:moveTo>
                  <a:pt x="0" y="0"/>
                </a:moveTo>
                <a:lnTo>
                  <a:pt x="2674585" y="0"/>
                </a:lnTo>
                <a:lnTo>
                  <a:pt x="2674585" y="368322"/>
                </a:lnTo>
                <a:lnTo>
                  <a:pt x="0" y="3683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990007" y="109897"/>
            <a:ext cx="2674585" cy="368322"/>
          </a:xfrm>
          <a:custGeom>
            <a:avLst/>
            <a:gdLst/>
            <a:ahLst/>
            <a:cxnLst/>
            <a:rect l="l" t="t" r="r" b="b"/>
            <a:pathLst>
              <a:path w="2674585" h="368322">
                <a:moveTo>
                  <a:pt x="0" y="0"/>
                </a:moveTo>
                <a:lnTo>
                  <a:pt x="2674585" y="0"/>
                </a:lnTo>
                <a:lnTo>
                  <a:pt x="2674585" y="368322"/>
                </a:lnTo>
                <a:lnTo>
                  <a:pt x="0" y="3683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649688" y="669506"/>
            <a:ext cx="8251300" cy="543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7"/>
              </a:lnSpc>
            </a:pPr>
            <a:r>
              <a:rPr lang="en-US" sz="2855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DAILY EVALUATION RESULTS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494229" y="523562"/>
            <a:ext cx="5852246" cy="5982296"/>
          </a:xfrm>
          <a:custGeom>
            <a:avLst/>
            <a:gdLst/>
            <a:ahLst/>
            <a:cxnLst/>
            <a:rect l="l" t="t" r="r" b="b"/>
            <a:pathLst>
              <a:path w="5852246" h="5982296">
                <a:moveTo>
                  <a:pt x="0" y="0"/>
                </a:moveTo>
                <a:lnTo>
                  <a:pt x="5852246" y="0"/>
                </a:lnTo>
                <a:lnTo>
                  <a:pt x="5852246" y="5982296"/>
                </a:lnTo>
                <a:lnTo>
                  <a:pt x="0" y="59822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817119"/>
              </p:ext>
            </p:extLst>
          </p:nvPr>
        </p:nvGraphicFramePr>
        <p:xfrm>
          <a:off x="1001749" y="1365758"/>
          <a:ext cx="9063001" cy="5497338"/>
        </p:xfrm>
        <a:graphic>
          <a:graphicData uri="http://schemas.openxmlformats.org/drawingml/2006/table">
            <a:tbl>
              <a:tblPr/>
              <a:tblGrid>
                <a:gridCol w="4661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1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926">
                <a:tc>
                  <a:txBody>
                    <a:bodyPr/>
                    <a:lstStyle/>
                    <a:p>
                      <a:pPr algn="ctr">
                        <a:lnSpc>
                          <a:spcPts val="1700"/>
                        </a:lnSpc>
                        <a:defRPr/>
                      </a:pPr>
                      <a:r>
                        <a:rPr lang="en-US" sz="1955" b="1" spc="35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0"/>
                        </a:lnSpc>
                        <a:defRPr/>
                      </a:pPr>
                      <a:r>
                        <a:rPr lang="en-US" sz="1955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{{program_management1}}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Attainment of Objectives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{{attainment_of_objectives}}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Delivery of Content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delivery_of_content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Provision of Support Materials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provision_of_support_materials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 Team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program_management_team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{{training_venue1}}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Food/Meal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21788"/>
                  </a:ext>
                </a:extLst>
              </a:tr>
              <a:tr h="404181">
                <a:tc>
                  <a:txBody>
                    <a:bodyPr/>
                    <a:lstStyle/>
                    <a:p>
                      <a:pPr algn="ctr">
                        <a:lnSpc>
                          <a:spcPts val="1314"/>
                        </a:lnSpc>
                        <a:defRPr/>
                      </a:pPr>
                      <a:r>
                        <a:rPr lang="en-US" sz="151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5"/>
                        </a:lnSpc>
                        <a:defRPr/>
                      </a:pPr>
                      <a:r>
                        <a:rPr lang="en-US" sz="213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132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end_of_program_average</a:t>
                      </a:r>
                      <a:r>
                        <a:rPr lang="en-US" sz="213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412107" y="6988049"/>
            <a:ext cx="2663934" cy="366855"/>
          </a:xfrm>
          <a:custGeom>
            <a:avLst/>
            <a:gdLst/>
            <a:ahLst/>
            <a:cxnLst/>
            <a:rect l="l" t="t" r="r" b="b"/>
            <a:pathLst>
              <a:path w="2663934" h="366855">
                <a:moveTo>
                  <a:pt x="0" y="0"/>
                </a:moveTo>
                <a:lnTo>
                  <a:pt x="2663934" y="0"/>
                </a:lnTo>
                <a:lnTo>
                  <a:pt x="2663934" y="366855"/>
                </a:lnTo>
                <a:lnTo>
                  <a:pt x="0" y="3668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951171" y="154669"/>
            <a:ext cx="2663934" cy="366855"/>
          </a:xfrm>
          <a:custGeom>
            <a:avLst/>
            <a:gdLst/>
            <a:ahLst/>
            <a:cxnLst/>
            <a:rect l="l" t="t" r="r" b="b"/>
            <a:pathLst>
              <a:path w="2663934" h="366855">
                <a:moveTo>
                  <a:pt x="0" y="0"/>
                </a:moveTo>
                <a:lnTo>
                  <a:pt x="2663933" y="0"/>
                </a:lnTo>
                <a:lnTo>
                  <a:pt x="2663933" y="366855"/>
                </a:lnTo>
                <a:lnTo>
                  <a:pt x="0" y="3668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373563" y="712377"/>
            <a:ext cx="8480979" cy="541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1"/>
              </a:lnSpc>
            </a:pPr>
            <a:r>
              <a:rPr lang="en-US" sz="284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END-OF-PROGRAM EVALUATION 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F3B0A3-E2E6-C5FD-14DA-7629D2D0B815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385202" y="547506"/>
            <a:ext cx="5912984" cy="6044384"/>
          </a:xfrm>
          <a:custGeom>
            <a:avLst/>
            <a:gdLst/>
            <a:ahLst/>
            <a:cxnLst/>
            <a:rect l="l" t="t" r="r" b="b"/>
            <a:pathLst>
              <a:path w="5912984" h="6044384">
                <a:moveTo>
                  <a:pt x="0" y="0"/>
                </a:moveTo>
                <a:lnTo>
                  <a:pt x="5912984" y="0"/>
                </a:lnTo>
                <a:lnTo>
                  <a:pt x="5912984" y="6044384"/>
                </a:lnTo>
                <a:lnTo>
                  <a:pt x="0" y="60443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326838" y="732766"/>
            <a:ext cx="4298620" cy="779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87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2700"/>
              </a:lnSpc>
            </a:pPr>
            <a:r>
              <a:rPr lang="en-US" sz="287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1</a:t>
            </a:r>
          </a:p>
        </p:txBody>
      </p:sp>
      <p:sp>
        <p:nvSpPr>
          <p:cNvPr id="4" name="Freeform 4"/>
          <p:cNvSpPr/>
          <p:nvPr/>
        </p:nvSpPr>
        <p:spPr>
          <a:xfrm>
            <a:off x="401432" y="6946621"/>
            <a:ext cx="2691582" cy="370663"/>
          </a:xfrm>
          <a:custGeom>
            <a:avLst/>
            <a:gdLst/>
            <a:ahLst/>
            <a:cxnLst/>
            <a:rect l="l" t="t" r="r" b="b"/>
            <a:pathLst>
              <a:path w="2691582" h="370663">
                <a:moveTo>
                  <a:pt x="0" y="0"/>
                </a:moveTo>
                <a:lnTo>
                  <a:pt x="2691581" y="0"/>
                </a:lnTo>
                <a:lnTo>
                  <a:pt x="2691581" y="370663"/>
                </a:lnTo>
                <a:lnTo>
                  <a:pt x="0" y="370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898779" y="174785"/>
            <a:ext cx="2691582" cy="370663"/>
          </a:xfrm>
          <a:custGeom>
            <a:avLst/>
            <a:gdLst/>
            <a:ahLst/>
            <a:cxnLst/>
            <a:rect l="l" t="t" r="r" b="b"/>
            <a:pathLst>
              <a:path w="2691582" h="370663">
                <a:moveTo>
                  <a:pt x="0" y="0"/>
                </a:moveTo>
                <a:lnTo>
                  <a:pt x="2691582" y="0"/>
                </a:lnTo>
                <a:lnTo>
                  <a:pt x="2691582" y="370662"/>
                </a:lnTo>
                <a:lnTo>
                  <a:pt x="0" y="3706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82864" y="1593255"/>
          <a:ext cx="8839040" cy="4310913"/>
        </p:xfrm>
        <a:graphic>
          <a:graphicData uri="http://schemas.openxmlformats.org/drawingml/2006/table">
            <a:tbl>
              <a:tblPr/>
              <a:tblGrid>
                <a:gridCol w="5274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4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3528">
                <a:tc>
                  <a:txBody>
                    <a:bodyPr/>
                    <a:lstStyle/>
                    <a:p>
                      <a:pPr algn="ctr">
                        <a:lnSpc>
                          <a:spcPts val="1718"/>
                        </a:lnSpc>
                        <a:defRPr/>
                      </a:pPr>
                      <a:r>
                        <a:rPr lang="en-US" sz="1975" b="1" spc="36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18"/>
                        </a:lnSpc>
                        <a:defRPr/>
                      </a:pPr>
                      <a:r>
                        <a:rPr lang="en-US" sz="1975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572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{{day1_lm1}}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{{day1_lm2}}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{{day1_lm3}}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{{day1_lm4}}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{{day1_lm5}}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D49409C-600D-AE20-1D6F-CBB9E49C93EF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383428" y="575181"/>
            <a:ext cx="5865120" cy="5995456"/>
          </a:xfrm>
          <a:custGeom>
            <a:avLst/>
            <a:gdLst/>
            <a:ahLst/>
            <a:cxnLst/>
            <a:rect l="l" t="t" r="r" b="b"/>
            <a:pathLst>
              <a:path w="5865120" h="5995456">
                <a:moveTo>
                  <a:pt x="0" y="0"/>
                </a:moveTo>
                <a:lnTo>
                  <a:pt x="5865121" y="0"/>
                </a:lnTo>
                <a:lnTo>
                  <a:pt x="5865121" y="5995457"/>
                </a:lnTo>
                <a:lnTo>
                  <a:pt x="0" y="59954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317442" y="768466"/>
            <a:ext cx="4263824" cy="763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78"/>
              </a:lnSpc>
            </a:pPr>
            <a:r>
              <a:rPr lang="en-US" sz="2849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2678"/>
              </a:lnSpc>
            </a:pPr>
            <a:r>
              <a:rPr lang="en-US" sz="2849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2</a:t>
            </a:r>
          </a:p>
        </p:txBody>
      </p:sp>
      <p:sp>
        <p:nvSpPr>
          <p:cNvPr id="4" name="Freeform 4"/>
          <p:cNvSpPr/>
          <p:nvPr/>
        </p:nvSpPr>
        <p:spPr>
          <a:xfrm>
            <a:off x="381727" y="6971444"/>
            <a:ext cx="2669794" cy="367662"/>
          </a:xfrm>
          <a:custGeom>
            <a:avLst/>
            <a:gdLst/>
            <a:ahLst/>
            <a:cxnLst/>
            <a:rect l="l" t="t" r="r" b="b"/>
            <a:pathLst>
              <a:path w="2669794" h="367662">
                <a:moveTo>
                  <a:pt x="0" y="0"/>
                </a:moveTo>
                <a:lnTo>
                  <a:pt x="2669794" y="0"/>
                </a:lnTo>
                <a:lnTo>
                  <a:pt x="2669794" y="367662"/>
                </a:lnTo>
                <a:lnTo>
                  <a:pt x="0" y="3676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852375" y="205477"/>
            <a:ext cx="2669794" cy="367662"/>
          </a:xfrm>
          <a:custGeom>
            <a:avLst/>
            <a:gdLst/>
            <a:ahLst/>
            <a:cxnLst/>
            <a:rect l="l" t="t" r="r" b="b"/>
            <a:pathLst>
              <a:path w="2669794" h="367662">
                <a:moveTo>
                  <a:pt x="0" y="0"/>
                </a:moveTo>
                <a:lnTo>
                  <a:pt x="2669794" y="0"/>
                </a:lnTo>
                <a:lnTo>
                  <a:pt x="2669794" y="367662"/>
                </a:lnTo>
                <a:lnTo>
                  <a:pt x="0" y="3676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646015" y="1792424"/>
          <a:ext cx="9287112" cy="3977239"/>
        </p:xfrm>
        <a:graphic>
          <a:graphicData uri="http://schemas.openxmlformats.org/drawingml/2006/table">
            <a:tbl>
              <a:tblPr/>
              <a:tblGrid>
                <a:gridCol w="5857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9579">
                <a:tc>
                  <a:txBody>
                    <a:bodyPr/>
                    <a:lstStyle/>
                    <a:p>
                      <a:pPr algn="ctr">
                        <a:lnSpc>
                          <a:spcPts val="1704"/>
                        </a:lnSpc>
                        <a:defRPr/>
                      </a:pPr>
                      <a:r>
                        <a:rPr lang="en-US" sz="1959" b="1" spc="35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4"/>
                        </a:lnSpc>
                        <a:defRPr/>
                      </a:pPr>
                      <a:r>
                        <a:rPr lang="en-US" sz="1959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559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{{day2_lm1}}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{{day2_lm2}}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{{day2_lm3}}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{{day2_lm4}}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{{day2_lm5}}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7">
            <a:extLst>
              <a:ext uri="{FF2B5EF4-FFF2-40B4-BE49-F238E27FC236}">
                <a16:creationId xmlns:a16="http://schemas.microsoft.com/office/drawing/2014/main" id="{395090B0-6738-D9D0-93D6-984C646FA4F7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29958" y="787964"/>
            <a:ext cx="5760248" cy="5888253"/>
          </a:xfrm>
          <a:custGeom>
            <a:avLst/>
            <a:gdLst/>
            <a:ahLst/>
            <a:cxnLst/>
            <a:rect l="l" t="t" r="r" b="b"/>
            <a:pathLst>
              <a:path w="5760248" h="5888253">
                <a:moveTo>
                  <a:pt x="0" y="0"/>
                </a:moveTo>
                <a:lnTo>
                  <a:pt x="5760248" y="0"/>
                </a:lnTo>
                <a:lnTo>
                  <a:pt x="5760248" y="5888253"/>
                </a:lnTo>
                <a:lnTo>
                  <a:pt x="0" y="58882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147272" y="977963"/>
            <a:ext cx="4187583" cy="74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1"/>
              </a:lnSpc>
            </a:pPr>
            <a:r>
              <a:rPr lang="en-US" sz="2798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2631"/>
              </a:lnSpc>
            </a:pPr>
            <a:r>
              <a:rPr lang="en-US" sz="2798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3</a:t>
            </a:r>
          </a:p>
        </p:txBody>
      </p:sp>
      <p:sp>
        <p:nvSpPr>
          <p:cNvPr id="4" name="Freeform 4"/>
          <p:cNvSpPr/>
          <p:nvPr/>
        </p:nvSpPr>
        <p:spPr>
          <a:xfrm>
            <a:off x="776617" y="6776130"/>
            <a:ext cx="2622056" cy="361088"/>
          </a:xfrm>
          <a:custGeom>
            <a:avLst/>
            <a:gdLst/>
            <a:ahLst/>
            <a:cxnLst/>
            <a:rect l="l" t="t" r="r" b="b"/>
            <a:pathLst>
              <a:path w="2622056" h="361088">
                <a:moveTo>
                  <a:pt x="0" y="0"/>
                </a:moveTo>
                <a:lnTo>
                  <a:pt x="2622056" y="0"/>
                </a:lnTo>
                <a:lnTo>
                  <a:pt x="2622056" y="361088"/>
                </a:lnTo>
                <a:lnTo>
                  <a:pt x="0" y="3610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601116" y="424870"/>
            <a:ext cx="2622056" cy="361088"/>
          </a:xfrm>
          <a:custGeom>
            <a:avLst/>
            <a:gdLst/>
            <a:ahLst/>
            <a:cxnLst/>
            <a:rect l="l" t="t" r="r" b="b"/>
            <a:pathLst>
              <a:path w="2622056" h="361088">
                <a:moveTo>
                  <a:pt x="0" y="0"/>
                </a:moveTo>
                <a:lnTo>
                  <a:pt x="2622056" y="0"/>
                </a:lnTo>
                <a:lnTo>
                  <a:pt x="2622056" y="361088"/>
                </a:lnTo>
                <a:lnTo>
                  <a:pt x="0" y="3610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485343"/>
              </p:ext>
            </p:extLst>
          </p:nvPr>
        </p:nvGraphicFramePr>
        <p:xfrm>
          <a:off x="1056697" y="1908345"/>
          <a:ext cx="8733603" cy="4118696"/>
        </p:xfrm>
        <a:graphic>
          <a:graphicData uri="http://schemas.openxmlformats.org/drawingml/2006/table">
            <a:tbl>
              <a:tblPr/>
              <a:tblGrid>
                <a:gridCol w="558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252">
                <a:tc>
                  <a:txBody>
                    <a:bodyPr/>
                    <a:lstStyle/>
                    <a:p>
                      <a:pPr algn="ctr">
                        <a:lnSpc>
                          <a:spcPts val="1674"/>
                        </a:lnSpc>
                        <a:defRPr/>
                      </a:pPr>
                      <a:r>
                        <a:rPr lang="en-US" sz="1924" b="1" spc="35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4"/>
                        </a:lnSpc>
                        <a:defRPr/>
                      </a:pPr>
                      <a:r>
                        <a:rPr lang="en-US" sz="1924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480">
                <a:tc>
                  <a:txBody>
                    <a:bodyPr/>
                    <a:lstStyle/>
                    <a:p>
                      <a:pPr algn="ctr">
                        <a:lnSpc>
                          <a:spcPts val="1531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{{day3_lm2}}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{{day3_lm3}}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{{day3_lm4}}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{{day3_lm5}}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14E41BD-F7C4-1F3F-6826-DE7BA1BAC5CF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382090" y="492877"/>
            <a:ext cx="5861733" cy="5991993"/>
          </a:xfrm>
          <a:custGeom>
            <a:avLst/>
            <a:gdLst/>
            <a:ahLst/>
            <a:cxnLst/>
            <a:rect l="l" t="t" r="r" b="b"/>
            <a:pathLst>
              <a:path w="5861733" h="5991993">
                <a:moveTo>
                  <a:pt x="0" y="0"/>
                </a:moveTo>
                <a:lnTo>
                  <a:pt x="5861733" y="0"/>
                </a:lnTo>
                <a:lnTo>
                  <a:pt x="5861733" y="5991993"/>
                </a:lnTo>
                <a:lnTo>
                  <a:pt x="0" y="59919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315565" y="686056"/>
            <a:ext cx="4261361" cy="762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77"/>
              </a:lnSpc>
            </a:pPr>
            <a:r>
              <a:rPr lang="en-US" sz="2848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2677"/>
              </a:lnSpc>
            </a:pPr>
            <a:r>
              <a:rPr lang="en-US" sz="2848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4</a:t>
            </a:r>
          </a:p>
        </p:txBody>
      </p:sp>
      <p:sp>
        <p:nvSpPr>
          <p:cNvPr id="4" name="Freeform 4"/>
          <p:cNvSpPr/>
          <p:nvPr/>
        </p:nvSpPr>
        <p:spPr>
          <a:xfrm>
            <a:off x="637082" y="6948718"/>
            <a:ext cx="2668252" cy="367450"/>
          </a:xfrm>
          <a:custGeom>
            <a:avLst/>
            <a:gdLst/>
            <a:ahLst/>
            <a:cxnLst/>
            <a:rect l="l" t="t" r="r" b="b"/>
            <a:pathLst>
              <a:path w="2668252" h="367450">
                <a:moveTo>
                  <a:pt x="0" y="0"/>
                </a:moveTo>
                <a:lnTo>
                  <a:pt x="2668252" y="0"/>
                </a:lnTo>
                <a:lnTo>
                  <a:pt x="2668252" y="367450"/>
                </a:lnTo>
                <a:lnTo>
                  <a:pt x="0" y="3674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847877" y="123387"/>
            <a:ext cx="2668252" cy="367450"/>
          </a:xfrm>
          <a:custGeom>
            <a:avLst/>
            <a:gdLst/>
            <a:ahLst/>
            <a:cxnLst/>
            <a:rect l="l" t="t" r="r" b="b"/>
            <a:pathLst>
              <a:path w="2668252" h="367450">
                <a:moveTo>
                  <a:pt x="0" y="0"/>
                </a:moveTo>
                <a:lnTo>
                  <a:pt x="2668252" y="0"/>
                </a:lnTo>
                <a:lnTo>
                  <a:pt x="2668252" y="367449"/>
                </a:lnTo>
                <a:lnTo>
                  <a:pt x="0" y="3674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54711" y="1975047"/>
          <a:ext cx="8799622" cy="3911740"/>
        </p:xfrm>
        <a:graphic>
          <a:graphicData uri="http://schemas.openxmlformats.org/drawingml/2006/table">
            <a:tbl>
              <a:tblPr/>
              <a:tblGrid>
                <a:gridCol w="526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3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7070">
                <a:tc>
                  <a:txBody>
                    <a:bodyPr/>
                    <a:lstStyle/>
                    <a:p>
                      <a:pPr algn="ctr">
                        <a:lnSpc>
                          <a:spcPts val="1703"/>
                        </a:lnSpc>
                        <a:defRPr/>
                      </a:pPr>
                      <a:r>
                        <a:rPr lang="en-US" sz="1958" b="1" spc="35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3"/>
                        </a:lnSpc>
                        <a:defRPr/>
                      </a:pPr>
                      <a:r>
                        <a:rPr lang="en-US" sz="195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558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{{day4_lm1}}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{{day4_lm2}}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{{day4_lm3}}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{{day4_lm4}}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{{day4_lm5}}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5721661-D007-795E-5CE9-C69CCF45E7B5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21632" y="476034"/>
            <a:ext cx="5798712" cy="5927573"/>
          </a:xfrm>
          <a:custGeom>
            <a:avLst/>
            <a:gdLst/>
            <a:ahLst/>
            <a:cxnLst/>
            <a:rect l="l" t="t" r="r" b="b"/>
            <a:pathLst>
              <a:path w="5798712" h="5927573">
                <a:moveTo>
                  <a:pt x="0" y="0"/>
                </a:moveTo>
                <a:lnTo>
                  <a:pt x="5798712" y="0"/>
                </a:lnTo>
                <a:lnTo>
                  <a:pt x="5798712" y="5927572"/>
                </a:lnTo>
                <a:lnTo>
                  <a:pt x="0" y="59275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445071" y="667238"/>
            <a:ext cx="4215547" cy="75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8"/>
              </a:lnSpc>
            </a:pPr>
            <a:r>
              <a:rPr lang="en-US" sz="2817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2648"/>
              </a:lnSpc>
            </a:pPr>
            <a:r>
              <a:rPr lang="en-US" sz="2817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5</a:t>
            </a:r>
          </a:p>
        </p:txBody>
      </p:sp>
      <p:sp>
        <p:nvSpPr>
          <p:cNvPr id="4" name="Freeform 4"/>
          <p:cNvSpPr/>
          <p:nvPr/>
        </p:nvSpPr>
        <p:spPr>
          <a:xfrm>
            <a:off x="654966" y="7053064"/>
            <a:ext cx="2639565" cy="363499"/>
          </a:xfrm>
          <a:custGeom>
            <a:avLst/>
            <a:gdLst/>
            <a:ahLst/>
            <a:cxnLst/>
            <a:rect l="l" t="t" r="r" b="b"/>
            <a:pathLst>
              <a:path w="2639565" h="363499">
                <a:moveTo>
                  <a:pt x="0" y="0"/>
                </a:moveTo>
                <a:lnTo>
                  <a:pt x="2639565" y="0"/>
                </a:lnTo>
                <a:lnTo>
                  <a:pt x="2639565" y="363499"/>
                </a:lnTo>
                <a:lnTo>
                  <a:pt x="0" y="3634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928656" y="110515"/>
            <a:ext cx="2639565" cy="363499"/>
          </a:xfrm>
          <a:custGeom>
            <a:avLst/>
            <a:gdLst/>
            <a:ahLst/>
            <a:cxnLst/>
            <a:rect l="l" t="t" r="r" b="b"/>
            <a:pathLst>
              <a:path w="2639565" h="363499">
                <a:moveTo>
                  <a:pt x="0" y="0"/>
                </a:moveTo>
                <a:lnTo>
                  <a:pt x="2639565" y="0"/>
                </a:lnTo>
                <a:lnTo>
                  <a:pt x="2639565" y="363500"/>
                </a:lnTo>
                <a:lnTo>
                  <a:pt x="0" y="3635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866353" y="1910282"/>
          <a:ext cx="8948263" cy="3706515"/>
        </p:xfrm>
        <a:graphic>
          <a:graphicData uri="http://schemas.openxmlformats.org/drawingml/2006/table">
            <a:tbl>
              <a:tblPr/>
              <a:tblGrid>
                <a:gridCol w="5447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07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7875">
                <a:tc>
                  <a:txBody>
                    <a:bodyPr/>
                    <a:lstStyle/>
                    <a:p>
                      <a:pPr algn="ctr">
                        <a:lnSpc>
                          <a:spcPts val="1685"/>
                        </a:lnSpc>
                        <a:defRPr/>
                      </a:pPr>
                      <a:r>
                        <a:rPr lang="en-US" sz="1937" b="1" spc="35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5"/>
                        </a:lnSpc>
                        <a:defRPr/>
                      </a:pPr>
                      <a:r>
                        <a:rPr lang="en-US" sz="1937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541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{{day5_lm1}}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{{day5_lm2}}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{{day5_lm3}}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{{day5_lm4}}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{{day5_lm5}}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FF8FE42-98E9-AB5C-0409-F93939411244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83207" y="715001"/>
            <a:ext cx="5712113" cy="5839049"/>
          </a:xfrm>
          <a:custGeom>
            <a:avLst/>
            <a:gdLst/>
            <a:ahLst/>
            <a:cxnLst/>
            <a:rect l="l" t="t" r="r" b="b"/>
            <a:pathLst>
              <a:path w="5712113" h="5839049">
                <a:moveTo>
                  <a:pt x="0" y="0"/>
                </a:moveTo>
                <a:lnTo>
                  <a:pt x="5712113" y="0"/>
                </a:lnTo>
                <a:lnTo>
                  <a:pt x="5712113" y="5839048"/>
                </a:lnTo>
                <a:lnTo>
                  <a:pt x="0" y="5839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051946" y="906083"/>
            <a:ext cx="6590542" cy="521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5"/>
              </a:lnSpc>
            </a:pPr>
            <a:r>
              <a:rPr lang="en-US" sz="2775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OBSERVATIONS/ INSIGHTS</a:t>
            </a:r>
          </a:p>
        </p:txBody>
      </p:sp>
      <p:sp>
        <p:nvSpPr>
          <p:cNvPr id="5" name="Freeform 5"/>
          <p:cNvSpPr/>
          <p:nvPr/>
        </p:nvSpPr>
        <p:spPr>
          <a:xfrm>
            <a:off x="871355" y="6849076"/>
            <a:ext cx="2600145" cy="358071"/>
          </a:xfrm>
          <a:custGeom>
            <a:avLst/>
            <a:gdLst/>
            <a:ahLst/>
            <a:cxnLst/>
            <a:rect l="l" t="t" r="r" b="b"/>
            <a:pathLst>
              <a:path w="2600145" h="358071">
                <a:moveTo>
                  <a:pt x="0" y="0"/>
                </a:moveTo>
                <a:lnTo>
                  <a:pt x="2600145" y="0"/>
                </a:lnTo>
                <a:lnTo>
                  <a:pt x="2600145" y="358071"/>
                </a:lnTo>
                <a:lnTo>
                  <a:pt x="0" y="358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509481" y="354941"/>
            <a:ext cx="2600145" cy="358071"/>
          </a:xfrm>
          <a:custGeom>
            <a:avLst/>
            <a:gdLst/>
            <a:ahLst/>
            <a:cxnLst/>
            <a:rect l="l" t="t" r="r" b="b"/>
            <a:pathLst>
              <a:path w="2600145" h="358071">
                <a:moveTo>
                  <a:pt x="0" y="0"/>
                </a:moveTo>
                <a:lnTo>
                  <a:pt x="2600145" y="0"/>
                </a:lnTo>
                <a:lnTo>
                  <a:pt x="2600145" y="358071"/>
                </a:lnTo>
                <a:lnTo>
                  <a:pt x="0" y="358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750310" y="1693519"/>
            <a:ext cx="1432897" cy="464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5"/>
              </a:lnSpc>
            </a:pPr>
            <a:r>
              <a:rPr lang="en-US" sz="277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65902" y="2445323"/>
            <a:ext cx="8544471" cy="261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6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{{analysis}}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CC23B23C-B547-6942-ADAD-1E8D503C5F9D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98128" y="767162"/>
            <a:ext cx="5855250" cy="5985367"/>
          </a:xfrm>
          <a:custGeom>
            <a:avLst/>
            <a:gdLst/>
            <a:ahLst/>
            <a:cxnLst/>
            <a:rect l="l" t="t" r="r" b="b"/>
            <a:pathLst>
              <a:path w="5855250" h="5985367">
                <a:moveTo>
                  <a:pt x="0" y="0"/>
                </a:moveTo>
                <a:lnTo>
                  <a:pt x="5855250" y="0"/>
                </a:lnTo>
                <a:lnTo>
                  <a:pt x="5855250" y="5985367"/>
                </a:lnTo>
                <a:lnTo>
                  <a:pt x="0" y="59853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963578" y="956133"/>
            <a:ext cx="6755692" cy="541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3"/>
              </a:lnSpc>
            </a:pPr>
            <a:r>
              <a:rPr lang="en-US" sz="2845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OBSERVATIONS/ INSIGHTS</a:t>
            </a:r>
          </a:p>
        </p:txBody>
      </p:sp>
      <p:sp>
        <p:nvSpPr>
          <p:cNvPr id="5" name="Freeform 5"/>
          <p:cNvSpPr/>
          <p:nvPr/>
        </p:nvSpPr>
        <p:spPr>
          <a:xfrm>
            <a:off x="854765" y="6796965"/>
            <a:ext cx="2665301" cy="367044"/>
          </a:xfrm>
          <a:custGeom>
            <a:avLst/>
            <a:gdLst/>
            <a:ahLst/>
            <a:cxnLst/>
            <a:rect l="l" t="t" r="r" b="b"/>
            <a:pathLst>
              <a:path w="2665301" h="367044">
                <a:moveTo>
                  <a:pt x="0" y="0"/>
                </a:moveTo>
                <a:lnTo>
                  <a:pt x="2665301" y="0"/>
                </a:lnTo>
                <a:lnTo>
                  <a:pt x="2665301" y="367043"/>
                </a:lnTo>
                <a:lnTo>
                  <a:pt x="0" y="3670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7557871" y="398080"/>
            <a:ext cx="2665301" cy="367044"/>
          </a:xfrm>
          <a:custGeom>
            <a:avLst/>
            <a:gdLst/>
            <a:ahLst/>
            <a:cxnLst/>
            <a:rect l="l" t="t" r="r" b="b"/>
            <a:pathLst>
              <a:path w="2665301" h="367044">
                <a:moveTo>
                  <a:pt x="0" y="0"/>
                </a:moveTo>
                <a:lnTo>
                  <a:pt x="2665301" y="0"/>
                </a:lnTo>
                <a:lnTo>
                  <a:pt x="2665301" y="367043"/>
                </a:lnTo>
                <a:lnTo>
                  <a:pt x="0" y="3670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619124" y="1664567"/>
            <a:ext cx="3608155" cy="475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3"/>
              </a:lnSpc>
            </a:pPr>
            <a:r>
              <a:rPr lang="en-US" sz="284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Recommendations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73742" y="2708643"/>
            <a:ext cx="9349430" cy="267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{{recommendation}}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8B933D60-BB56-B28D-0EEA-11494E3BC1F2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471445" y="524082"/>
            <a:ext cx="5868665" cy="5999080"/>
          </a:xfrm>
          <a:custGeom>
            <a:avLst/>
            <a:gdLst/>
            <a:ahLst/>
            <a:cxnLst/>
            <a:rect l="l" t="t" r="r" b="b"/>
            <a:pathLst>
              <a:path w="5868665" h="5999080">
                <a:moveTo>
                  <a:pt x="0" y="0"/>
                </a:moveTo>
                <a:lnTo>
                  <a:pt x="5868666" y="0"/>
                </a:lnTo>
                <a:lnTo>
                  <a:pt x="5868666" y="5999080"/>
                </a:lnTo>
                <a:lnTo>
                  <a:pt x="0" y="59990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32254" y="1819826"/>
          <a:ext cx="8800873" cy="3869924"/>
        </p:xfrm>
        <a:graphic>
          <a:graphicData uri="http://schemas.openxmlformats.org/drawingml/2006/table">
            <a:tbl>
              <a:tblPr/>
              <a:tblGrid>
                <a:gridCol w="4172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82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39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2202"/>
                        </a:lnSpc>
                        <a:defRPr/>
                      </a:pPr>
                      <a:r>
                        <a:rPr lang="en-US" sz="2138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DAILY EVALUATION RESULTS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-10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{{daily_general_average}}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END-OF-PROGRAM RESULTS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-10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{{end_of_program_average}}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116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68"/>
                        </a:lnSpc>
                        <a:defRPr/>
                      </a:pPr>
                      <a:r>
                        <a:rPr lang="en-US" sz="3297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{{overall_results}}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204865" y="6987534"/>
            <a:ext cx="2671408" cy="367885"/>
          </a:xfrm>
          <a:custGeom>
            <a:avLst/>
            <a:gdLst/>
            <a:ahLst/>
            <a:cxnLst/>
            <a:rect l="l" t="t" r="r" b="b"/>
            <a:pathLst>
              <a:path w="2671408" h="367885">
                <a:moveTo>
                  <a:pt x="0" y="0"/>
                </a:moveTo>
                <a:lnTo>
                  <a:pt x="2671408" y="0"/>
                </a:lnTo>
                <a:lnTo>
                  <a:pt x="2671408" y="367885"/>
                </a:lnTo>
                <a:lnTo>
                  <a:pt x="0" y="3678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7943697" y="154155"/>
            <a:ext cx="2671408" cy="367885"/>
          </a:xfrm>
          <a:custGeom>
            <a:avLst/>
            <a:gdLst/>
            <a:ahLst/>
            <a:cxnLst/>
            <a:rect l="l" t="t" r="r" b="b"/>
            <a:pathLst>
              <a:path w="2671408" h="367885">
                <a:moveTo>
                  <a:pt x="0" y="0"/>
                </a:moveTo>
                <a:lnTo>
                  <a:pt x="2671407" y="0"/>
                </a:lnTo>
                <a:lnTo>
                  <a:pt x="2671407" y="367884"/>
                </a:lnTo>
                <a:lnTo>
                  <a:pt x="0" y="3678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325956" y="713748"/>
            <a:ext cx="4266401" cy="542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2"/>
              </a:lnSpc>
            </a:pPr>
            <a:r>
              <a:rPr lang="en-US" sz="2851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RATING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515423-75E5-649D-A355-2EBF0161FD09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55362" y="1843372"/>
            <a:ext cx="6840800" cy="1145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26"/>
              </a:lnSpc>
            </a:pPr>
            <a:r>
              <a:rPr lang="en-US" sz="6733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{{avearge_score}}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253240" y="3567452"/>
            <a:ext cx="4463416" cy="480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4"/>
              </a:lnSpc>
            </a:pPr>
            <a:r>
              <a:rPr lang="en-US" sz="2853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OUT OF 4 AS THE HIGHEST SCORE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88317" y="4626081"/>
            <a:ext cx="7793262" cy="1431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721"/>
              </a:lnSpc>
            </a:pPr>
            <a:r>
              <a:rPr lang="en-US" sz="8372" dirty="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“OUTSTANDING”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2869A50F-8F26-D691-24D5-9EA9D7B508AE}"/>
              </a:ext>
            </a:extLst>
          </p:cNvPr>
          <p:cNvSpPr txBox="1"/>
          <p:nvPr/>
        </p:nvSpPr>
        <p:spPr>
          <a:xfrm>
            <a:off x="8693150" y="7082402"/>
            <a:ext cx="1514095" cy="168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93"/>
              </a:lnSpc>
            </a:pPr>
            <a:r>
              <a:rPr lang="en-US" sz="995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514</Words>
  <Application>Microsoft Macintosh PowerPoint</Application>
  <PresentationFormat>Custom</PresentationFormat>
  <Paragraphs>150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4" baseType="lpstr">
      <vt:lpstr>Poppins Italics</vt:lpstr>
      <vt:lpstr>Arial MT Pro Bold</vt:lpstr>
      <vt:lpstr>Blaka</vt:lpstr>
      <vt:lpstr>Arial</vt:lpstr>
      <vt:lpstr>Anton</vt:lpstr>
      <vt:lpstr>Poppins Bold</vt:lpstr>
      <vt:lpstr>Poppins</vt:lpstr>
      <vt:lpstr>Canva Sans Bold</vt:lpstr>
      <vt:lpstr>Arial MT Pro</vt:lpstr>
      <vt:lpstr>Obra Letra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desa_template.pptx</dc:title>
  <cp:lastModifiedBy>Samson Capinig</cp:lastModifiedBy>
  <cp:revision>4</cp:revision>
  <dcterms:created xsi:type="dcterms:W3CDTF">2006-08-16T00:00:00Z</dcterms:created>
  <dcterms:modified xsi:type="dcterms:W3CDTF">2026-06-09T07:41:07Z</dcterms:modified>
  <dc:identifier>DAHLAWPriWU</dc:identifier>
</cp:coreProperties>
</file>